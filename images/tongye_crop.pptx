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46"/>
    <p:restoredTop sz="94711"/>
  </p:normalViewPr>
  <p:slideViewPr>
    <p:cSldViewPr snapToGrid="0">
      <p:cViewPr varScale="1">
        <p:scale>
          <a:sx n="45" d="100"/>
          <a:sy n="45" d="100"/>
        </p:scale>
        <p:origin x="192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C74C-8C49-8C02-2EDE-0C9A2D544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D4011-66F5-B905-7D09-3B394D0B4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06783-E2F5-9785-805C-78F37A3E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9F163-1FA2-E0D7-0A5F-46443C6C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1B2D-8B4A-27A4-BAD7-08ECC88A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81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CA98-95B9-7D28-F136-DB1DDE41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73CD-B763-0DE1-6247-6DE7BD4E6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22F82-7A7F-136D-5DE1-C0D27B62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4A991-BAFB-F320-421B-1C89E52A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4D28B-7C57-F513-75AB-46A13859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2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95A6E-350C-16DF-ADD1-1AF4F474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89936-4C8D-9C07-8BE9-9F01105F7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E1BE-C86B-7206-0EFD-F28DC48C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9EEB3-D7B6-10AD-EB1A-39C975A1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BE806-7979-49C3-6748-761C47C7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6C74-FDC5-BAA8-4BFC-3BC161D0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0D16-CFDB-FFD2-3C30-6A96F0276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1867A-4380-AD4E-2FB4-C9989C310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FC240-BAC0-7B7F-E517-8086D11E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5609E-64CD-05F0-7A46-8D61D752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C1281-DACE-3509-CF6F-5760B2AF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3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D9CF-C7F5-774C-D047-63CEFD83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D9231-9381-BD71-32F8-85D1E99F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EFDF1-3B95-8CBD-6C66-18F90A3F3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953E2-8623-74E3-30D0-745ACB029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41732-55A4-C849-9A54-1F52FB6E6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9607CC-F210-C187-66F4-F28D446B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6A53D-BC80-A8F1-3623-DD45BD7B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FB876-1B6B-B0B5-C2CD-2071EB98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8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E9F2-A953-157C-6239-4A87D234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04AFE-4067-409C-3596-96045B38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9A7C9-4E59-BCE2-D29A-FD8484A9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F9E31-3FC4-AF5F-8A62-6788C6A1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5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B2E82-E436-D876-95E0-E7306789C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640E2-F264-EEDE-32A5-E2CE0034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D081B-4F93-330B-481F-E69BCB58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4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EEDE-4609-AC25-6767-6BB534D7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4E1A5-15BB-BC0A-9665-30A40DDCF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17379-5501-37D9-9827-F526998AB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B8174-5C13-23EE-8FC5-F4B00A15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A1890-5175-0C17-5C8F-01539B32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91DC5-AA85-09BF-CF86-5E41D251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2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686D-5BB6-1926-DD1D-4000B53F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460044-9004-FE13-683B-0BA748D33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8792E-5CB1-DBBE-4316-61F967225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7E7E9-E383-529A-CD44-931092E1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A8682-4BAE-4FAA-D963-BAA84EAF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79107-9166-42EE-F099-2E6FC916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0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42AD-DBC5-56C2-ADC1-A3A3A2BA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B4E19-523C-E90D-7B09-54669DAFD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7E4D6-A552-A52A-D258-D2702ADB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116FF-D452-8EF4-007B-BE4026BC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7847C-D4B1-61F7-4AC7-F764245A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7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3AFFC-0F72-D91A-493E-17C9AE5DC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33404-6112-6E83-9E5A-C4129BFCA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89C8-D922-77BD-47A6-9C30D06C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1C48-9C02-E549-9F29-56009B076779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AF63-AB59-8F3D-0055-719B3B16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1E88C-27A4-D0B9-E03C-A2F3A737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A9C0-8005-634A-8527-B4D7EB47F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5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72AB3-2785-0824-CA6A-2A688A14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8ACDB-96D7-88A8-FCDB-8A1873196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6E659-B152-5707-24C9-5D3FE011F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11C48-9C02-E549-9F29-56009B076779}" type="datetimeFigureOut">
              <a:rPr lang="en-US" smtClean="0"/>
              <a:t>11/10/25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482A5-B8CB-394B-BF47-C626B6F66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8BC52-2227-526E-D76E-F6DF5C43D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6A9C0-8005-634A-8527-B4D7EB47FF40}" type="slidenum">
              <a:rPr lang="en-US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159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2DCDEA-8896-33F5-C04F-B75134EF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254000"/>
            <a:ext cx="6350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3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0E4807-04F6-C8E4-C5B9-5C789C501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254000"/>
            <a:ext cx="6350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1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AA4ED2-9633-F37B-5915-A29E7766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Ye</dc:creator>
  <cp:lastModifiedBy>Ye, Tong</cp:lastModifiedBy>
  <cp:revision>3</cp:revision>
  <dcterms:created xsi:type="dcterms:W3CDTF">2025-11-11T02:12:48Z</dcterms:created>
  <dcterms:modified xsi:type="dcterms:W3CDTF">2025-11-11T02:22:34Z</dcterms:modified>
</cp:coreProperties>
</file>